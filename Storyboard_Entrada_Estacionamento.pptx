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1: O carro chega à portaria. O motorista para na entrada. Atrás dele, outros carros já começam a formar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2: A pergunta pelo rádio. A recepcionista chama os manobristas pelo rádio para saber se há vaga antes de liberar a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3: Ninguém sabe ao certo. O manobrista olha o pátio de 5.000 vagas e responde no chute: "acho que tem, lá no fundo".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4: Os dados do carro são anotados. A recepcionista registra placa, modelo e marca do veículo à 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5: O motorista recebe o recibo. O recibo traz a taxa por hora, a data e o horário de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6: A chave vai para o manobrista. O motorista desce e libera o carro para o manobrista estacionar.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7: O manobrista entra no pátio. Ele leva o carro para dentro do estacionamento sem saber em qual vaga vai 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8: A procura pela vaga. Corredor após corredor está cheio. O manobrista roda pelo pátio procurando um lugar livre.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9: Os manobristas se atrapalham. Dois manobristas disputam a mesma vaga no mesmo corredor, e um atrasa o outro.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10: Enquanto isso, a fila cresce. O carro é estacionado longe, o manobrista volta a pé e a fila na portaria só aumentou.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Storyboard  |  Entrada de veículos no estacionamento (como funciona hoje)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na 1" descr="/home/claude/storyboard/cena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394960" cy="3611880"/>
          </a:xfrm>
          <a:prstGeom prst="rect">
            <a:avLst/>
          </a:prstGeom>
        </p:spPr>
      </p:pic>
      <p:sp>
        <p:nvSpPr>
          <p:cNvPr id="3" name="Numero"/>
          <p:cNvSpPr txBox="1"/>
          <p:nvPr/>
        </p:nvSpPr>
        <p:spPr>
          <a:xfrm>
            <a:off x="61722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itulo"/>
          <p:cNvSpPr txBox="1"/>
          <p:nvPr/>
        </p:nvSpPr>
        <p:spPr>
          <a:xfrm>
            <a:off x="6172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carro chega à portaria</a:t>
            </a:r>
            <a:endParaRPr lang="en-US" sz="2200" dirty="0"/>
          </a:p>
        </p:txBody>
      </p:sp>
      <p:sp>
        <p:nvSpPr>
          <p:cNvPr id="5" name="Legenda"/>
          <p:cNvSpPr txBox="1"/>
          <p:nvPr/>
        </p:nvSpPr>
        <p:spPr>
          <a:xfrm>
            <a:off x="6172200" y="25146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motorista para na entrada. Atrás dele, outros carros já começam a formar fila.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Grupo: Guilherme da Cunha, Kenny Tanaka, Pedro Moisés Pereira da Silva, William Cardoso e Tomás Marques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na 2" descr="/home/claude/storyboard/cena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394960" cy="3611880"/>
          </a:xfrm>
          <a:prstGeom prst="rect">
            <a:avLst/>
          </a:prstGeom>
        </p:spPr>
      </p:pic>
      <p:sp>
        <p:nvSpPr>
          <p:cNvPr id="3" name="Numero"/>
          <p:cNvSpPr txBox="1"/>
          <p:nvPr/>
        </p:nvSpPr>
        <p:spPr>
          <a:xfrm>
            <a:off x="61722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itulo"/>
          <p:cNvSpPr txBox="1"/>
          <p:nvPr/>
        </p:nvSpPr>
        <p:spPr>
          <a:xfrm>
            <a:off x="6172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pelo rádio</a:t>
            </a:r>
            <a:endParaRPr lang="en-US" sz="2200" dirty="0"/>
          </a:p>
        </p:txBody>
      </p:sp>
      <p:sp>
        <p:nvSpPr>
          <p:cNvPr id="5" name="Legenda"/>
          <p:cNvSpPr txBox="1"/>
          <p:nvPr/>
        </p:nvSpPr>
        <p:spPr>
          <a:xfrm>
            <a:off x="6172200" y="25146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recepcionista chama os manobristas pelo rádio para saber se há vaga antes de liberar a entrada.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na 3" descr="/home/claude/storyboard/cena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394960" cy="3611880"/>
          </a:xfrm>
          <a:prstGeom prst="rect">
            <a:avLst/>
          </a:prstGeom>
        </p:spPr>
      </p:pic>
      <p:sp>
        <p:nvSpPr>
          <p:cNvPr id="3" name="Numero"/>
          <p:cNvSpPr txBox="1"/>
          <p:nvPr/>
        </p:nvSpPr>
        <p:spPr>
          <a:xfrm>
            <a:off x="61722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itulo"/>
          <p:cNvSpPr txBox="1"/>
          <p:nvPr/>
        </p:nvSpPr>
        <p:spPr>
          <a:xfrm>
            <a:off x="6172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sabe ao certo</a:t>
            </a:r>
            <a:endParaRPr lang="en-US" sz="2200" dirty="0"/>
          </a:p>
        </p:txBody>
      </p:sp>
      <p:sp>
        <p:nvSpPr>
          <p:cNvPr id="5" name="Legenda"/>
          <p:cNvSpPr txBox="1"/>
          <p:nvPr/>
        </p:nvSpPr>
        <p:spPr>
          <a:xfrm>
            <a:off x="6172200" y="25146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manobrista olha o pátio de 5.000 vagas e responde no chute: "acho que tem, lá no fundo".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na 4" descr="/home/claude/storyboard/cena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394960" cy="3611880"/>
          </a:xfrm>
          <a:prstGeom prst="rect">
            <a:avLst/>
          </a:prstGeom>
        </p:spPr>
      </p:pic>
      <p:sp>
        <p:nvSpPr>
          <p:cNvPr id="3" name="Numero"/>
          <p:cNvSpPr txBox="1"/>
          <p:nvPr/>
        </p:nvSpPr>
        <p:spPr>
          <a:xfrm>
            <a:off x="61722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itulo"/>
          <p:cNvSpPr txBox="1"/>
          <p:nvPr/>
        </p:nvSpPr>
        <p:spPr>
          <a:xfrm>
            <a:off x="6172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do carro são anotados</a:t>
            </a:r>
            <a:endParaRPr lang="en-US" sz="2200" dirty="0"/>
          </a:p>
        </p:txBody>
      </p:sp>
      <p:sp>
        <p:nvSpPr>
          <p:cNvPr id="5" name="Legenda"/>
          <p:cNvSpPr txBox="1"/>
          <p:nvPr/>
        </p:nvSpPr>
        <p:spPr>
          <a:xfrm>
            <a:off x="6172200" y="25146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recepcionista registra placa, modelo e marca do veículo à mão.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na 5" descr="/home/claude/storyboard/cena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394960" cy="3611880"/>
          </a:xfrm>
          <a:prstGeom prst="rect">
            <a:avLst/>
          </a:prstGeom>
        </p:spPr>
      </p:pic>
      <p:sp>
        <p:nvSpPr>
          <p:cNvPr id="3" name="Numero"/>
          <p:cNvSpPr txBox="1"/>
          <p:nvPr/>
        </p:nvSpPr>
        <p:spPr>
          <a:xfrm>
            <a:off x="61722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itulo"/>
          <p:cNvSpPr txBox="1"/>
          <p:nvPr/>
        </p:nvSpPr>
        <p:spPr>
          <a:xfrm>
            <a:off x="6172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motorista recebe o recibo</a:t>
            </a:r>
            <a:endParaRPr lang="en-US" sz="2200" dirty="0"/>
          </a:p>
        </p:txBody>
      </p:sp>
      <p:sp>
        <p:nvSpPr>
          <p:cNvPr id="5" name="Legenda"/>
          <p:cNvSpPr txBox="1"/>
          <p:nvPr/>
        </p:nvSpPr>
        <p:spPr>
          <a:xfrm>
            <a:off x="6172200" y="25146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recibo traz a taxa por hora, a data e o horário de entrada.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na 6" descr="/home/claude/storyboard/cena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394960" cy="3611880"/>
          </a:xfrm>
          <a:prstGeom prst="rect">
            <a:avLst/>
          </a:prstGeom>
        </p:spPr>
      </p:pic>
      <p:sp>
        <p:nvSpPr>
          <p:cNvPr id="3" name="Numero"/>
          <p:cNvSpPr txBox="1"/>
          <p:nvPr/>
        </p:nvSpPr>
        <p:spPr>
          <a:xfrm>
            <a:off x="61722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itulo"/>
          <p:cNvSpPr txBox="1"/>
          <p:nvPr/>
        </p:nvSpPr>
        <p:spPr>
          <a:xfrm>
            <a:off x="6172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chave vai para o manobrista</a:t>
            </a:r>
            <a:endParaRPr lang="en-US" sz="2200" dirty="0"/>
          </a:p>
        </p:txBody>
      </p:sp>
      <p:sp>
        <p:nvSpPr>
          <p:cNvPr id="5" name="Legenda"/>
          <p:cNvSpPr txBox="1"/>
          <p:nvPr/>
        </p:nvSpPr>
        <p:spPr>
          <a:xfrm>
            <a:off x="6172200" y="25146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motorista desce e libera o carro para o manobrista estacionar.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na 7" descr="/home/claude/storyboard/cena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394960" cy="3611880"/>
          </a:xfrm>
          <a:prstGeom prst="rect">
            <a:avLst/>
          </a:prstGeom>
        </p:spPr>
      </p:pic>
      <p:sp>
        <p:nvSpPr>
          <p:cNvPr id="3" name="Numero"/>
          <p:cNvSpPr txBox="1"/>
          <p:nvPr/>
        </p:nvSpPr>
        <p:spPr>
          <a:xfrm>
            <a:off x="61722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itulo"/>
          <p:cNvSpPr txBox="1"/>
          <p:nvPr/>
        </p:nvSpPr>
        <p:spPr>
          <a:xfrm>
            <a:off x="6172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manobrista entra no pátio</a:t>
            </a:r>
            <a:endParaRPr lang="en-US" sz="2200" dirty="0"/>
          </a:p>
        </p:txBody>
      </p:sp>
      <p:sp>
        <p:nvSpPr>
          <p:cNvPr id="5" name="Legenda"/>
          <p:cNvSpPr txBox="1"/>
          <p:nvPr/>
        </p:nvSpPr>
        <p:spPr>
          <a:xfrm>
            <a:off x="6172200" y="25146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Ele leva o carro para dentro do estacionamento sem saber em qual vaga vai parar.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na 8" descr="/home/claude/storyboard/cena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394960" cy="3611880"/>
          </a:xfrm>
          <a:prstGeom prst="rect">
            <a:avLst/>
          </a:prstGeom>
        </p:spPr>
      </p:pic>
      <p:sp>
        <p:nvSpPr>
          <p:cNvPr id="3" name="Numero"/>
          <p:cNvSpPr txBox="1"/>
          <p:nvPr/>
        </p:nvSpPr>
        <p:spPr>
          <a:xfrm>
            <a:off x="61722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itulo"/>
          <p:cNvSpPr txBox="1"/>
          <p:nvPr/>
        </p:nvSpPr>
        <p:spPr>
          <a:xfrm>
            <a:off x="6172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procura pela vaga</a:t>
            </a:r>
            <a:endParaRPr lang="en-US" sz="2200" dirty="0"/>
          </a:p>
        </p:txBody>
      </p:sp>
      <p:sp>
        <p:nvSpPr>
          <p:cNvPr id="5" name="Legenda"/>
          <p:cNvSpPr txBox="1"/>
          <p:nvPr/>
        </p:nvSpPr>
        <p:spPr>
          <a:xfrm>
            <a:off x="6172200" y="25146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Corredor após corredor está cheio. O manobrista roda pelo pátio procurando um lugar livre.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na 9" descr="/home/claude/storyboard/cena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394960" cy="3611880"/>
          </a:xfrm>
          <a:prstGeom prst="rect">
            <a:avLst/>
          </a:prstGeom>
        </p:spPr>
      </p:pic>
      <p:sp>
        <p:nvSpPr>
          <p:cNvPr id="3" name="Numero"/>
          <p:cNvSpPr txBox="1"/>
          <p:nvPr/>
        </p:nvSpPr>
        <p:spPr>
          <a:xfrm>
            <a:off x="61722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itulo"/>
          <p:cNvSpPr txBox="1"/>
          <p:nvPr/>
        </p:nvSpPr>
        <p:spPr>
          <a:xfrm>
            <a:off x="6172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manobristas se atrapalham</a:t>
            </a:r>
            <a:endParaRPr lang="en-US" sz="2200" dirty="0"/>
          </a:p>
        </p:txBody>
      </p:sp>
      <p:sp>
        <p:nvSpPr>
          <p:cNvPr id="5" name="Legenda"/>
          <p:cNvSpPr txBox="1"/>
          <p:nvPr/>
        </p:nvSpPr>
        <p:spPr>
          <a:xfrm>
            <a:off x="6172200" y="25146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Dois manobristas disputam a mesma vaga no mesmo corredor, e um atrasa o outro.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na 10" descr="/home/claude/storyboard/cena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394960" cy="3611880"/>
          </a:xfrm>
          <a:prstGeom prst="rect">
            <a:avLst/>
          </a:prstGeom>
        </p:spPr>
      </p:pic>
      <p:sp>
        <p:nvSpPr>
          <p:cNvPr id="3" name="Numero"/>
          <p:cNvSpPr txBox="1"/>
          <p:nvPr/>
        </p:nvSpPr>
        <p:spPr>
          <a:xfrm>
            <a:off x="61722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itulo"/>
          <p:cNvSpPr txBox="1"/>
          <p:nvPr/>
        </p:nvSpPr>
        <p:spPr>
          <a:xfrm>
            <a:off x="6172200" y="14630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Enquanto isso, a fila cresce</a:t>
            </a:r>
            <a:endParaRPr lang="en-US" sz="2200" dirty="0"/>
          </a:p>
        </p:txBody>
      </p:sp>
      <p:sp>
        <p:nvSpPr>
          <p:cNvPr id="5" name="Legenda"/>
          <p:cNvSpPr txBox="1"/>
          <p:nvPr/>
        </p:nvSpPr>
        <p:spPr>
          <a:xfrm>
            <a:off x="6172200" y="25146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carro é estacionado longe, o manobrista volta a pé e a fila na portaria só aumentou.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ryboard Lapis">
  <a:themeElements>
    <a:clrScheme name="Storyboard Lapis">
      <a:dk1>
        <a:srgbClr val="212121"/>
      </a:dk1>
      <a:lt1>
        <a:srgbClr val="FFFFFF"/>
      </a:lt1>
      <a:dk2>
        <a:srgbClr val="36454F"/>
      </a:dk2>
      <a:lt2>
        <a:srgbClr val="F2F2F2"/>
      </a:lt2>
      <a:accent1>
        <a:srgbClr val="C0392B"/>
      </a:accent1>
      <a:accent2>
        <a:srgbClr val="36454F"/>
      </a:accent2>
      <a:accent3>
        <a:srgbClr val="7F8C8D"/>
      </a:accent3>
      <a:accent4>
        <a:srgbClr val="BDBDBD"/>
      </a:accent4>
      <a:accent5>
        <a:srgbClr val="E6E6E6"/>
      </a:accent5>
      <a:accent6>
        <a:srgbClr val="2B2B2B"/>
      </a:accent6>
      <a:hlink>
        <a:srgbClr val="C0392B"/>
      </a:hlink>
      <a:folHlink>
        <a:srgbClr val="7F8C8D"/>
      </a:folHlink>
    </a:clrScheme>
    <a:fontScheme name="Storyboard Lap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Storyboard - Entrada de veículos no estacionamento</dc:title>
  <dc:subject>PptxGenJS Presentation</dc:subject>
  <dc:creator>Guilherme da Cunha</dc:creator>
  <cp:lastModifiedBy>Guilherme da Cunha</cp:lastModifiedBy>
  <cp:revision>1</cp:revision>
  <dcterms:created xsi:type="dcterms:W3CDTF">2026-10-23T00:52:42Z</dcterms:created>
  <dcterms:modified xsi:type="dcterms:W3CDTF">2026-10-23T00:52:42Z</dcterms:modified>
</cp:coreProperties>
</file>