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1: O carro chega à portaria. O motorista para na entrada. Atrás dele, outros carros já começam a formar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2: A pergunta pelo rádio. A recepcionista chama os manobristas pelo rádio para saber se há vaga antes de liberar a entrada.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3: Ninguém sabe ao certo. O manobrista olha o pátio de 5.000 vagas e responde no chute: "acho que tem, lá no fundo".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4: Os dados do carro são anotados. A recepcionista registra placa, modelo e marca do veículo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5: O motorista recebe o recibo. O recibo traz a taxa por hora, a data e o horário de entrada.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6: A chave vai para o manobrista. O motorista desce e libera o carro para o manobrista estacionar.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7: O manobrista entra no pátio. Ele leva o carro para dentro do estacionamento sem saber em qual vaga vai 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8: A procura pela vaga. Corredor após corredor está cheio. O manobrista roda pelo pátio procurando um lugar livre.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9: Os manobristas se atrapalham. Dois manobristas disputam a mesma vaga no mesmo corredor, e um atrasa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10: Enquanto isso, a fila cresce. O carro é estacionado longe, o manobrista volta a pé e a fila na portaria só aumentou.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12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56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</a:rPr>
              <a:t>STORYBOARD  ·  ENTRADA DE VEÍCULOS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355080" y="256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Como funciona hoje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1" descr="Cena 1: O carro chega à porta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01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carro chega à portaria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 motorista para na entrada. Atrás dele, outros carros já começam a formar fila.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11480" y="45720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Grupo: Guilherme da Cunha, Kenny Tanaka, Pedro Moisés Pereira da Silva, William Cardoso e Tomás Marques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2" descr="Cena 2: A pergunta pelo rá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02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pelo rádio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recepcionista chama os manobristas pelo rádio para saber se há vaga antes de liberar a entrada.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3" descr="Cena 3: Ninguém sabe ao cer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03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Ninguém sabe ao certo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 manobrista olha o pátio de 5.000 vagas e responde no chute: "acho que tem, lá no fundo".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4" descr="Cena 4: Os dados do carro são anot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04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 do carro são anotados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recepcionista registra placa, modelo e marca do veículo à mão.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5" descr="Cena 5: O motorista recebe o reci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05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motorista recebe o recibo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 recibo traz a taxa por hora, a data e o horário de entrada.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6" descr="Cena 6: A chave vai para o manobri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06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chave vai para o manobrista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 motorista desce e libera o carro para o manobrista estacionar.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7" descr="Cena 7: O manobrista entra no pát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07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manobrista entra no pátio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Ele leva o carro para dentro do estacionamento sem saber em qual vaga vai parar.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8" descr="Cena 8: A procura pela vag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08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procura pela vaga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Corredor após corredor está cheio. O manobrista roda pelo pátio procurando um lugar livre.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9" descr="Cena 9: Os manobristas se atrapalh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09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manobristas se atrapalham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Dois manobristas disputam a mesma vaga no mesmo corredor, e um atrasa o outro.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cena 10" descr="Cena 10: Enquanto isso, a fila cres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31520"/>
            <a:ext cx="5715000" cy="35716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50000"/>
              </a:srgbClr>
            </a:outerShdw>
          </a:effectLst>
        </p:spPr>
      </p:pic>
      <p:sp>
        <p:nvSpPr>
          <p:cNvPr id="3" name="Rótulo"/>
          <p:cNvSpPr txBox="1"/>
          <p:nvPr/>
        </p:nvSpPr>
        <p:spPr>
          <a:xfrm>
            <a:off x="6400800" y="8686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CENA 10</a:t>
            </a:r>
            <a:endParaRPr lang="en-US" sz="1200" dirty="0"/>
          </a:p>
        </p:txBody>
      </p:sp>
      <p:sp>
        <p:nvSpPr>
          <p:cNvPr id="4" name="Título"/>
          <p:cNvSpPr txBox="1"/>
          <p:nvPr/>
        </p:nvSpPr>
        <p:spPr>
          <a:xfrm>
            <a:off x="6400800" y="12344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Enquanto isso, a fila cresce</a:t>
            </a:r>
            <a:endParaRPr lang="en-US" sz="2200" dirty="0"/>
          </a:p>
        </p:txBody>
      </p:sp>
      <p:sp>
        <p:nvSpPr>
          <p:cNvPr id="5" name="Legenda"/>
          <p:cNvSpPr txBox="1"/>
          <p:nvPr/>
        </p:nvSpPr>
        <p:spPr>
          <a:xfrm>
            <a:off x="6400800" y="23774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 carro é estacionado longe, o manobrista volta a pé e a fila na portaria só aumentou.</a:t>
            </a:r>
            <a:endParaRPr lang="en-US" sz="1400" dirty="0"/>
          </a:p>
        </p:txBody>
      </p:sp>
      <p:sp>
        <p:nvSpPr>
          <p:cNvPr id="6" name="Progresso 1"/>
          <p:cNvSpPr/>
          <p:nvPr/>
        </p:nvSpPr>
        <p:spPr>
          <a:xfrm>
            <a:off x="6400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7" name="Progresso 2"/>
          <p:cNvSpPr/>
          <p:nvPr/>
        </p:nvSpPr>
        <p:spPr>
          <a:xfrm>
            <a:off x="6629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8" name="Progresso 3"/>
          <p:cNvSpPr/>
          <p:nvPr/>
        </p:nvSpPr>
        <p:spPr>
          <a:xfrm>
            <a:off x="6858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9" name="Progresso 4"/>
          <p:cNvSpPr/>
          <p:nvPr/>
        </p:nvSpPr>
        <p:spPr>
          <a:xfrm>
            <a:off x="7086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0" name="Progresso 5"/>
          <p:cNvSpPr/>
          <p:nvPr/>
        </p:nvSpPr>
        <p:spPr>
          <a:xfrm>
            <a:off x="73152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1" name="Progresso 6"/>
          <p:cNvSpPr/>
          <p:nvPr/>
        </p:nvSpPr>
        <p:spPr>
          <a:xfrm>
            <a:off x="75438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2" name="Progresso 7"/>
          <p:cNvSpPr/>
          <p:nvPr/>
        </p:nvSpPr>
        <p:spPr>
          <a:xfrm>
            <a:off x="77724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3" name="Progresso 8"/>
          <p:cNvSpPr/>
          <p:nvPr/>
        </p:nvSpPr>
        <p:spPr>
          <a:xfrm>
            <a:off x="80010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4" name="Progresso 9"/>
          <p:cNvSpPr/>
          <p:nvPr/>
        </p:nvSpPr>
        <p:spPr>
          <a:xfrm>
            <a:off x="8229600" y="4160520"/>
            <a:ext cx="91440" cy="91440"/>
          </a:xfrm>
          <a:prstGeom prst="ellipse">
            <a:avLst/>
          </a:prstGeom>
          <a:solidFill>
            <a:srgbClr val="3A444F"/>
          </a:solidFill>
          <a:ln/>
        </p:spPr>
      </p:sp>
      <p:sp>
        <p:nvSpPr>
          <p:cNvPr id="15" name="Progresso 10"/>
          <p:cNvSpPr/>
          <p:nvPr/>
        </p:nvSpPr>
        <p:spPr>
          <a:xfrm>
            <a:off x="8458200" y="4160520"/>
            <a:ext cx="128016" cy="128016"/>
          </a:xfrm>
          <a:prstGeom prst="ellipse">
            <a:avLst/>
          </a:prstGeom>
          <a:solidFill>
            <a:srgbClr val="F2A54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toryboard Cinema">
  <a:themeElements>
    <a:clrScheme name="Storyboard Cinema">
      <a:dk1>
        <a:srgbClr val="12161B"/>
      </a:dk1>
      <a:lt1>
        <a:srgbClr val="FFFFFF"/>
      </a:lt1>
      <a:dk2>
        <a:srgbClr val="1E252D"/>
      </a:dk2>
      <a:lt2>
        <a:srgbClr val="C9D1D9"/>
      </a:lt2>
      <a:accent1>
        <a:srgbClr val="F2A541"/>
      </a:accent1>
      <a:accent2>
        <a:srgbClr val="D64045"/>
      </a:accent2>
      <a:accent3>
        <a:srgbClr val="8B96A3"/>
      </a:accent3>
      <a:accent4>
        <a:srgbClr val="3A444F"/>
      </a:accent4>
      <a:accent5>
        <a:srgbClr val="1F7A8C"/>
      </a:accent5>
      <a:accent6>
        <a:srgbClr val="22313F"/>
      </a:accent6>
      <a:hlink>
        <a:srgbClr val="F2A541"/>
      </a:hlink>
      <a:folHlink>
        <a:srgbClr val="8B96A3"/>
      </a:folHlink>
    </a:clrScheme>
    <a:fontScheme name="Storyboard Cinem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Storyboard - Entrada de veículos no estacionamento</dc:title>
  <dc:subject>PptxGenJS Presentation</dc:subject>
  <dc:creator>Guilherme da Cunha</dc:creator>
  <cp:lastModifiedBy>Guilherme da Cunha</cp:lastModifiedBy>
  <cp:revision>1</cp:revision>
  <dcterms:created xsi:type="dcterms:W3CDTF">2026-10-23T01:37:24Z</dcterms:created>
  <dcterms:modified xsi:type="dcterms:W3CDTF">2026-10-23T01:37:24Z</dcterms:modified>
</cp:coreProperties>
</file>